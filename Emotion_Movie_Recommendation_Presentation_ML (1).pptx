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9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8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7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4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8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3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15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099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0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0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86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11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27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Emotion-Based Movie Recommendation System Using Machine Learning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398" y="3275935"/>
            <a:ext cx="7765322" cy="3695136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Group Members:</a:t>
            </a:r>
          </a:p>
          <a:p>
            <a:pPr marL="0" indent="0">
              <a:buNone/>
            </a:pPr>
            <a:r>
              <a:rPr dirty="0"/>
              <a:t>- Ramya Thadikonda – 700762981</a:t>
            </a:r>
          </a:p>
          <a:p>
            <a:pPr marL="0" indent="0">
              <a:buNone/>
            </a:pPr>
            <a:r>
              <a:rPr dirty="0"/>
              <a:t>- Aashik Shaik – 700758163</a:t>
            </a:r>
          </a:p>
          <a:p>
            <a:pPr marL="0" indent="0">
              <a:buNone/>
            </a:pPr>
            <a:r>
              <a:rPr dirty="0"/>
              <a:t>- Vaishnavi </a:t>
            </a:r>
            <a:r>
              <a:rPr dirty="0" err="1"/>
              <a:t>Beesa</a:t>
            </a:r>
            <a:r>
              <a:rPr dirty="0"/>
              <a:t> – 700772902</a:t>
            </a: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" y="1632155"/>
            <a:ext cx="8254023" cy="4159045"/>
          </a:xfrm>
        </p:spPr>
        <p:txBody>
          <a:bodyPr/>
          <a:lstStyle/>
          <a:p>
            <a:endParaRPr dirty="0"/>
          </a:p>
          <a:p>
            <a:r>
              <a:rPr lang="en-IN" dirty="0"/>
              <a:t> </a:t>
            </a:r>
            <a:r>
              <a:rPr dirty="0"/>
              <a:t>Standard recommendation systems use history, ratings, genres</a:t>
            </a:r>
          </a:p>
          <a:p>
            <a:r>
              <a:rPr dirty="0"/>
              <a:t> Our system recommends movies based on user emotion</a:t>
            </a:r>
          </a:p>
          <a:p>
            <a:r>
              <a:rPr dirty="0"/>
              <a:t> Goal: Provide personalized emotion-aware movie suggestions</a:t>
            </a:r>
            <a:endParaRPr lang="en-IN" dirty="0"/>
          </a:p>
          <a:p>
            <a:r>
              <a:rPr lang="en-US" dirty="0"/>
              <a:t>Emotional state influences decision-making in entertainment.</a:t>
            </a:r>
          </a:p>
          <a:p>
            <a:r>
              <a:rPr lang="en-US" dirty="0"/>
              <a:t>Standard recommendation algorithms do not capture </a:t>
            </a:r>
            <a:r>
              <a:rPr lang="en-US" i="1" dirty="0"/>
              <a:t>real-time</a:t>
            </a:r>
            <a:r>
              <a:rPr lang="en-US" dirty="0"/>
              <a:t> emotions.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emotional understanding → irrelevant recommendations.</a:t>
            </a:r>
            <a:endParaRPr dirty="0"/>
          </a:p>
          <a:p>
            <a:r>
              <a:rPr dirty="0"/>
              <a:t>Users find it difficult to choose movies based on mood.</a:t>
            </a:r>
          </a:p>
          <a:p>
            <a:r>
              <a:rPr dirty="0"/>
              <a:t>Our system detects user emotion and recommends emotion-aligned movies.</a:t>
            </a:r>
            <a:endParaRPr lang="en-IN" dirty="0"/>
          </a:p>
          <a:p>
            <a:r>
              <a:rPr lang="en-US" dirty="0"/>
              <a:t>User Mood -&gt; Not Considered by OTT -&gt; Irrelevant Movie Suggestions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110" y="1671484"/>
            <a:ext cx="7929558" cy="411971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Users feel decision fatigue when choosing movies (too many options).</a:t>
            </a:r>
            <a:endParaRPr dirty="0"/>
          </a:p>
          <a:p>
            <a:pPr marL="0" indent="0">
              <a:buNone/>
            </a:pPr>
            <a:r>
              <a:rPr dirty="0"/>
              <a:t>• Emotions influence movie choices</a:t>
            </a:r>
          </a:p>
          <a:p>
            <a:pPr marL="0" indent="0">
              <a:buNone/>
            </a:pPr>
            <a:r>
              <a:rPr dirty="0"/>
              <a:t>• No OTT platform uses emotion-based personalization</a:t>
            </a:r>
          </a:p>
          <a:p>
            <a:pPr marL="0" indent="0">
              <a:buNone/>
            </a:pPr>
            <a:r>
              <a:rPr dirty="0"/>
              <a:t>• ML + NLP makes smarter recommendations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Diadram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US" dirty="0"/>
              <a:t>[User Emotion]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[Recommender System]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[Personalized Movie List]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639" y="1445342"/>
            <a:ext cx="8195029" cy="4345858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lang="en-US" dirty="0"/>
              <a:t>System connects ML, NLP, UI, and API into one pipeline.</a:t>
            </a:r>
          </a:p>
          <a:p>
            <a:pPr marL="0" indent="0">
              <a:buNone/>
            </a:pPr>
            <a:r>
              <a:rPr lang="en-US" dirty="0"/>
              <a:t>Both user emotion and movie emotion are used together.</a:t>
            </a:r>
          </a:p>
          <a:p>
            <a:pPr marL="0" indent="0">
              <a:buNone/>
            </a:pPr>
            <a:r>
              <a:rPr lang="en-US" dirty="0"/>
              <a:t>Real-time prediction ensures fast user experience.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48" y="1581432"/>
            <a:ext cx="8283520" cy="4809536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Dataset Source: TMDB / Kaggle</a:t>
            </a:r>
          </a:p>
          <a:p>
            <a:r>
              <a:rPr dirty="0"/>
              <a:t>Features: Title, Overview, Genres, Rating, Popularity</a:t>
            </a:r>
          </a:p>
          <a:p>
            <a:r>
              <a:rPr dirty="0"/>
              <a:t>Emotion Labels: Happy, Sad, Romantic, Scared, Excited, Calm</a:t>
            </a:r>
            <a:endParaRPr lang="en-IN" dirty="0"/>
          </a:p>
          <a:p>
            <a:r>
              <a:rPr lang="en-US" dirty="0"/>
              <a:t>Dataset:</a:t>
            </a:r>
          </a:p>
          <a:p>
            <a:r>
              <a:rPr lang="en-US" dirty="0"/>
              <a:t>---------</a:t>
            </a:r>
          </a:p>
          <a:p>
            <a:r>
              <a:rPr lang="en-US" dirty="0"/>
              <a:t> Title</a:t>
            </a:r>
          </a:p>
          <a:p>
            <a:r>
              <a:rPr lang="en-US" dirty="0"/>
              <a:t> Overview</a:t>
            </a:r>
          </a:p>
          <a:p>
            <a:r>
              <a:rPr lang="en-US" dirty="0"/>
              <a:t> Genres</a:t>
            </a:r>
          </a:p>
          <a:p>
            <a:r>
              <a:rPr lang="en-US" dirty="0"/>
              <a:t> Rating</a:t>
            </a:r>
          </a:p>
          <a:p>
            <a:r>
              <a:rPr lang="en-US" dirty="0"/>
              <a:t> Popularity</a:t>
            </a:r>
          </a:p>
          <a:p>
            <a:r>
              <a:rPr lang="en-US" dirty="0"/>
              <a:t> Release Year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Emotion categories designed manually based on psychology.</a:t>
            </a:r>
            <a:endParaRPr dirty="0"/>
          </a:p>
          <a:p>
            <a:r>
              <a:rPr dirty="0"/>
              <a:t>Mapping example:</a:t>
            </a:r>
          </a:p>
          <a:p>
            <a:r>
              <a:rPr dirty="0"/>
              <a:t>Happy → Comedy, Family</a:t>
            </a:r>
          </a:p>
          <a:p>
            <a:r>
              <a:rPr dirty="0"/>
              <a:t>Sad → Drama, Biography</a:t>
            </a:r>
          </a:p>
          <a:p>
            <a:r>
              <a:rPr dirty="0"/>
              <a:t>Romantic → Romance, Drama</a:t>
            </a:r>
          </a:p>
          <a:p>
            <a:r>
              <a:rPr dirty="0"/>
              <a:t>Scared → Horror, Thriller</a:t>
            </a:r>
          </a:p>
          <a:p>
            <a:r>
              <a:rPr dirty="0"/>
              <a:t>Excited → Action, Sci-Fi</a:t>
            </a:r>
          </a:p>
          <a:p>
            <a:r>
              <a:rPr dirty="0"/>
              <a:t>Calm → Animation, Music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Diagram:</a:t>
            </a:r>
          </a:p>
          <a:p>
            <a:r>
              <a:rPr lang="en-IN" dirty="0"/>
              <a:t>User Input → Preprocessing → TF-IDF → Classifier → Emotion Prediction → Ranking → Output Movies</a:t>
            </a:r>
          </a:p>
          <a:p>
            <a:r>
              <a:rPr lang="en-IN" dirty="0"/>
              <a:t>Frontend → React + Tailwind CSS</a:t>
            </a:r>
          </a:p>
          <a:p>
            <a:r>
              <a:rPr lang="sv-SE" dirty="0"/>
              <a:t>Backend → REST API (Flask/FastAPI)</a:t>
            </a:r>
          </a:p>
          <a:p>
            <a:r>
              <a:rPr lang="en-US" dirty="0"/>
              <a:t>ML model runs on server and returns JSON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Steps:</a:t>
            </a:r>
          </a:p>
          <a:p>
            <a:r>
              <a:t>1. Data Collection</a:t>
            </a:r>
          </a:p>
          <a:p>
            <a:r>
              <a:t>2. Preprocessing</a:t>
            </a:r>
          </a:p>
          <a:p>
            <a:r>
              <a:t>3. TF-IDF Feature Extraction</a:t>
            </a:r>
          </a:p>
          <a:p>
            <a:r>
              <a:t>4. ML Training</a:t>
            </a:r>
          </a:p>
          <a:p>
            <a:r>
              <a:t>5. Recommendation Logic</a:t>
            </a:r>
          </a:p>
          <a:p>
            <a:r>
              <a:t>6. UI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Removed stopwords, punctuation</a:t>
            </a:r>
          </a:p>
          <a:p>
            <a:r>
              <a:t>• Lowercase normalization</a:t>
            </a:r>
          </a:p>
          <a:p>
            <a:r>
              <a:t>• Tokenization</a:t>
            </a:r>
          </a:p>
          <a:p>
            <a:r>
              <a:t>• Cleaned genres</a:t>
            </a:r>
          </a:p>
          <a:p>
            <a:r>
              <a:t>• Prepared data for TF-IDF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Models Used:</a:t>
            </a:r>
          </a:p>
          <a:p>
            <a:r>
              <a:t>• Logistic Regression</a:t>
            </a:r>
          </a:p>
          <a:p>
            <a:r>
              <a:t>• Naive Bayes</a:t>
            </a:r>
          </a:p>
          <a:p>
            <a:r>
              <a:t>• Train/Test Split</a:t>
            </a:r>
          </a:p>
          <a:p>
            <a:r>
              <a:t>• Evaluated using accuracy, precision, recall, F1-score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Steps:</a:t>
            </a:r>
          </a:p>
          <a:p>
            <a:r>
              <a:t>1. Detect Emotion</a:t>
            </a:r>
          </a:p>
          <a:p>
            <a:r>
              <a:t>2. Filter Movies</a:t>
            </a:r>
          </a:p>
          <a:p>
            <a:r>
              <a:t>3. Rank by Rating &amp; Popularity</a:t>
            </a:r>
          </a:p>
          <a:p>
            <a:r>
              <a:t>4. Return Top Movies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React/Tailwind</a:t>
            </a:r>
          </a:p>
          <a:p>
            <a:r>
              <a:t>Backend: Flask or Node.js</a:t>
            </a:r>
          </a:p>
          <a:p>
            <a:r>
              <a:t>ML: sklearn, pandas, numpy</a:t>
            </a:r>
          </a:p>
          <a:p>
            <a:r>
              <a:t>Integration: REST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Emotion Classification Accuracy: ~85–90%</a:t>
            </a:r>
          </a:p>
          <a:p>
            <a:r>
              <a:t>Recommendations match user emotional intent</a:t>
            </a:r>
          </a:p>
          <a:p>
            <a:r>
              <a:t>System runs smoothly via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Successful ML-based emotion recommender</a:t>
            </a:r>
          </a:p>
          <a:p>
            <a:r>
              <a:rPr dirty="0"/>
              <a:t> Personalized movie experience</a:t>
            </a:r>
          </a:p>
          <a:p>
            <a:r>
              <a:rPr dirty="0"/>
              <a:t>Future Work: Use BERT, multi-label emotions, deployment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47</TotalTime>
  <Words>491</Words>
  <Application>Microsoft Office PowerPoint</Application>
  <PresentationFormat>On-screen Show (4:3)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Emotion-Based Movie Recommendation System Using Machine Learning </vt:lpstr>
      <vt:lpstr>Introduction</vt:lpstr>
      <vt:lpstr>Problem Statement</vt:lpstr>
      <vt:lpstr>Motivation</vt:lpstr>
      <vt:lpstr>System Overview</vt:lpstr>
      <vt:lpstr>Dataset Description</vt:lpstr>
      <vt:lpstr>Emotion Categories</vt:lpstr>
      <vt:lpstr>System Architecture</vt:lpstr>
      <vt:lpstr>Methodology</vt:lpstr>
      <vt:lpstr>Preprocessing</vt:lpstr>
      <vt:lpstr>Model Training</vt:lpstr>
      <vt:lpstr>Recommendation Engine</vt:lpstr>
      <vt:lpstr>Implementation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Ramya</dc:creator>
  <cp:keywords/>
  <dc:description>generated using python-pptx</dc:description>
  <cp:lastModifiedBy>Ramya Thadikonda</cp:lastModifiedBy>
  <cp:revision>6</cp:revision>
  <dcterms:created xsi:type="dcterms:W3CDTF">2013-01-27T09:14:16Z</dcterms:created>
  <dcterms:modified xsi:type="dcterms:W3CDTF">2025-12-02T03:28:16Z</dcterms:modified>
  <cp:category/>
</cp:coreProperties>
</file>